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ИССЛЕДОВАНИЕ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— Страна Возможностей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Эргашов Амирхон Зоирович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проекта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сайта</a:t>
            </a:r>
            <a:r>
              <a:rPr lang="ru-RU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Мансуров Бахтиёр Абдурозикович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проекта · сбор </a:t>
            </a:r>
            <a:r>
              <a:rPr lang="en-US" sz="1200" dirty="0" err="1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П-118  ·  ОРГ  ·  ТюмГУ  · 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548640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594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Респондентов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572768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184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2139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596896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642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Блоков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621024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6667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оценка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ГИПОТЕЗА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гипотеза исследования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38328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Изучить, как молодёжь Тюмени воспринимает возможности в современной России — в сфере образования, карьеры и </a:t>
            </a:r>
            <a:r>
              <a:rPr lang="en-US" sz="1300" dirty="0" err="1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предпринимательства</a:t>
            </a:r>
            <a:r>
              <a:rPr lang="en-US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 smtClean="0">
                <a:solidFill>
                  <a:schemeClr val="bg1"/>
                </a:solidFill>
              </a:rPr>
              <a:t>Узнать</a:t>
            </a:r>
            <a:r>
              <a:rPr lang="ru-RU" sz="1300" dirty="0">
                <a:solidFill>
                  <a:schemeClr val="bg1"/>
                </a:solidFill>
              </a:rPr>
              <a:t>, какие возможности молодёжь считает реальными в современной </a:t>
            </a:r>
            <a:r>
              <a:rPr lang="ru-RU" sz="1300" dirty="0" smtClean="0">
                <a:solidFill>
                  <a:schemeClr val="bg1"/>
                </a:solidFill>
              </a:rPr>
              <a:t>России. Понять</a:t>
            </a:r>
            <a:r>
              <a:rPr lang="ru-RU" sz="1300" dirty="0">
                <a:solidFill>
                  <a:schemeClr val="bg1"/>
                </a:solidFill>
              </a:rPr>
              <a:t>, что мешает молодым людям реализовать свой </a:t>
            </a:r>
            <a:r>
              <a:rPr lang="ru-RU" sz="1300" dirty="0" smtClean="0">
                <a:solidFill>
                  <a:schemeClr val="bg1"/>
                </a:solidFill>
              </a:rPr>
              <a:t>потенциал.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3383280"/>
          </a:xfrm>
          <a:prstGeom prst="rect">
            <a:avLst/>
          </a:prstGeom>
          <a:solidFill>
            <a:srgbClr val="0C1020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предоставляет возможности, но их доступность неравномерна — особенно в сфере IT и по регионам </a:t>
            </a:r>
            <a:r>
              <a:rPr lang="en-US" sz="1300" dirty="0" err="1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страны</a:t>
            </a:r>
            <a:r>
              <a:rPr lang="en-US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2"/>
                </a:solidFill>
              </a:rPr>
              <a:t>Россия даёт шансы, но не всем одинаково — зависит от региона и сферы. </a:t>
            </a:r>
            <a:r>
              <a:rPr lang="ru-RU" sz="1300" dirty="0" smtClean="0">
                <a:solidFill>
                  <a:schemeClr val="bg2"/>
                </a:solidFill>
              </a:rPr>
              <a:t>Большинство </a:t>
            </a:r>
            <a:r>
              <a:rPr lang="ru-RU" sz="1300" dirty="0">
                <a:solidFill>
                  <a:schemeClr val="bg2"/>
                </a:solidFill>
              </a:rPr>
              <a:t>молодых людей хотят остаться и строить будущее </a:t>
            </a:r>
            <a:r>
              <a:rPr lang="ru-RU" sz="1300" dirty="0" smtClean="0">
                <a:solidFill>
                  <a:schemeClr val="bg2"/>
                </a:solidFill>
              </a:rPr>
              <a:t>здесь.</a:t>
            </a:r>
            <a:endParaRPr lang="en-US" sz="13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Методология исследования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325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Онлайн-анкетирование (Google Forms)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562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14–22 лет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38658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учебный год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16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91693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Гарантирована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472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472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респондента · 18 вопросов · 5 блоков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анкеты: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20824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66544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75888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608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30952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0952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86016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31736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ДАННЫЕ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цифры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выбрали 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сферу №1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035808"/>
            <a:ext cx="1463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половины опрошенных считают IT лучшей возможностью для карьеры в России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3.5/5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средняя оценка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возможностей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035808"/>
            <a:ext cx="1463040" cy="2743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в целом позитивно оценивает перспективы — выше среднего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рассматривают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эмиграцию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035808"/>
            <a:ext cx="1463040" cy="27432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из четырёх связывают своё будущее с Россией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Предпочтения молодёжи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и технологии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3533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353312"/>
            <a:ext cx="286664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2724" y="1280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0391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039112"/>
            <a:ext cx="854964" cy="2743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1044" y="1965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/ торговля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7249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724912"/>
            <a:ext cx="65379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9876" y="2651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34107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410712"/>
            <a:ext cx="402336" cy="274320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3337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40965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096512"/>
            <a:ext cx="251460" cy="274320"/>
          </a:xfrm>
          <a:prstGeom prst="rect">
            <a:avLst/>
          </a:prstGeom>
          <a:solidFill>
            <a:srgbClr val="7A7E96"/>
          </a:solidFill>
          <a:ln w="12700">
            <a:solidFill>
              <a:srgbClr val="7A7E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754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сферу вы считаете наиболее перспективной в России?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или эмиграция?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рассматривают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эмиграцию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3035808"/>
            <a:ext cx="1371600" cy="27432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из четырёх опрошенных связывают своё будущее с Россией. Они верят в возможности внутри страны.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9204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Рассматривают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отъезд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3035808"/>
            <a:ext cx="1371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2724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четвёртый думает об эмиграции. Главная причина — региональное неравенство возможностей</a:t>
            </a:r>
            <a:r>
              <a:rPr lang="en-US" sz="1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Барьеры для реализации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неравенство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сосредоточены в крупных городах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67128"/>
            <a:ext cx="73152" cy="7772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12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Недостаток информации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551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не знает о государственных программах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3042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54096"/>
            <a:ext cx="7315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998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ограничения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4381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стартовый барьер для предпринимательства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912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41064"/>
            <a:ext cx="73152" cy="777240"/>
          </a:xfrm>
          <a:prstGeom prst="rect">
            <a:avLst/>
          </a:prstGeom>
          <a:solidFill>
            <a:srgbClr val="7A7E96"/>
          </a:solidFill>
          <a:ln w="12700">
            <a:solidFill>
              <a:srgbClr val="7A7E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867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причины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325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Бюрократия, связи, конкуренция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07822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7E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 подтверждена частично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предоставляет возможности — молодёжь это признаёт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9968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2996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16712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 возможностей — 3.5 из 5 (позитивно)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79776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97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IT-сфера воспринимается как наиболее доступная и перспективная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9584"/>
            <a:ext cx="5486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6667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возможностей неравномерна по регионам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79392"/>
            <a:ext cx="5486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7939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4165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Информированность о государственных программах остаётся низкой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Рекомендации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43000" y="214884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IT-хабы в регионах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образовательных IT-центров за пределами крупных городов для выравнивания доступа к возможностям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023360" y="2148840"/>
            <a:ext cx="1097280" cy="3657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Информирование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Активное продвижение государственных программ и грантов среди молодёжи через социальные сети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903720" y="2148840"/>
            <a:ext cx="1097280" cy="36576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Поддержка бизнеса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грантовых программ и снижение барьеров для молодых предпринимателей до 25 лет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— Страна Возможностей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Эргашов Амирхон Зоирович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Мансуров Бахтиёр Абдурозикович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П-118  ·  ОРГ  ·  Тюменский государственный университет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466</Words>
  <Application>Microsoft Office PowerPoint</Application>
  <PresentationFormat>Экран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Россия — Страна Возможностей</dc:title>
  <dc:subject>PptxGenJS Presentation</dc:subject>
  <dc:creator>Эргашов А.З., Мансуров Б.А.</dc:creator>
  <cp:lastModifiedBy>тоха</cp:lastModifiedBy>
  <cp:revision>3</cp:revision>
  <dcterms:created xsi:type="dcterms:W3CDTF">2026-06-05T20:50:37Z</dcterms:created>
  <dcterms:modified xsi:type="dcterms:W3CDTF">2026-06-05T21:18:44Z</dcterms:modified>
</cp:coreProperties>
</file>